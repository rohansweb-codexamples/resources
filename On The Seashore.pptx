
<file path=[Content_Types].xml><?xml version="1.0" encoding="utf-8"?>
<Types xmlns="http://schemas.openxmlformats.org/package/2006/content-types">
  <Default ContentType="application/x-fontdata" Extension="fntdata"/>
  <Default ContentType="image/jpeg" Extension="jpg"/>
  <Default ContentType="application/vnd.openxmlformats-package.relationships+xml" Extension="rels"/>
  <Default ContentType="application/xml" Extension="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presProps+xml" PartName="/ppt/presProps.xml"/>
  <Override ContentType="application/vnd.openxmlformats-officedocument.presentationml.presentation.main+xml" PartName="/ppt/presentation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arget="ppt/presentation.xml" Type="http://schemas.openxmlformats.org/officeDocument/2006/relationships/officeDocument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aveSubsetFonts="1" strictFirstAndLastChars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x="9144000" cy="5143500"/>
  <p:notesSz cx="6858000" cy="9144000"/>
  <p:embeddedFontLst>
    <p:embeddedFont>
      <p:font typeface="Caveat"/>
      <p:regular r:id="rId10"/>
      <p:bold r:id="rId11"/>
    </p:embeddedFont>
    <p:embeddedFont>
      <p:font typeface="Lobster"/>
      <p:regular r:id="rId12"/>
    </p:embeddedFont>
    <p:embeddedFont>
      <p:font typeface="Montserrat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algn="l" lvl="0" marR="0" rtl="0">
      <a:lnSpc>
        <a:spcPct val="100000"/>
      </a:lnSpc>
      <a:spcBef>
        <a:spcPts val="0"/>
      </a:spcBef>
      <a:spcAft>
        <a:spcPts val="0"/>
      </a:spcAft>
    </a:defPPr>
    <a:lvl1pPr algn="l" lvl="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1pPr>
    <a:lvl2pPr algn="l" lvl="1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2pPr>
    <a:lvl3pPr algn="l" lvl="2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3pPr>
    <a:lvl4pPr algn="l" lvl="3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4pPr>
    <a:lvl5pPr algn="l" lvl="4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5pPr>
    <a:lvl6pPr algn="l" lvl="5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6pPr>
    <a:lvl7pPr algn="l" lvl="6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7pPr>
    <a:lvl8pPr algn="l" lvl="7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8pPr>
    <a:lvl9pPr algn="l" lvl="8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d="100" n="100"/>
          <a:sy d="100" n="100"/>
        </p:scale>
        <p:origin x="0" y="0"/>
      </p:cViewPr>
      <p:guideLst>
        <p:guide orient="horz" pos="1620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9" Target="fonts/Lato-italic.fntdata" Type="http://schemas.openxmlformats.org/officeDocument/2006/relationships/font"/><Relationship Id="rId20" Target="fonts/Lato-boldItalic.fntdata" Type="http://schemas.openxmlformats.org/officeDocument/2006/relationships/font"/><Relationship Id="rId18" Target="fonts/Lato-bold.fntdata" Type="http://schemas.openxmlformats.org/officeDocument/2006/relationships/font"/><Relationship Id="rId17" Target="fonts/Lato-regular.fntdata" Type="http://schemas.openxmlformats.org/officeDocument/2006/relationships/font"/><Relationship Id="rId16" Target="fonts/Montserrat-boldItalic.fntdata" Type="http://schemas.openxmlformats.org/officeDocument/2006/relationships/font"/><Relationship Id="rId15" Target="fonts/Montserrat-italic.fntdata" Type="http://schemas.openxmlformats.org/officeDocument/2006/relationships/font"/><Relationship Id="rId14" Target="fonts/Montserrat-bold.fntdata" Type="http://schemas.openxmlformats.org/officeDocument/2006/relationships/font"/><Relationship Id="rId13" Target="fonts/Montserrat-regular.fntdata" Type="http://schemas.openxmlformats.org/officeDocument/2006/relationships/font"/><Relationship Id="rId12" Target="fonts/Lobster-regular.fntdata" Type="http://schemas.openxmlformats.org/officeDocument/2006/relationships/font"/><Relationship Id="rId11" Target="fonts/Caveat-bold.fntdata" Type="http://schemas.openxmlformats.org/officeDocument/2006/relationships/font"/><Relationship Id="rId10" Target="fonts/Caveat-regular.fntdata" Type="http://schemas.openxmlformats.org/officeDocument/2006/relationships/font"/><Relationship Id="rId9" Target="slides/slide4.xml" Type="http://schemas.openxmlformats.org/officeDocument/2006/relationships/slide"/><Relationship Id="rId8" Target="slides/slide3.xml" Type="http://schemas.openxmlformats.org/officeDocument/2006/relationships/slide"/><Relationship Id="rId7" Target="slides/slide2.xml" Type="http://schemas.openxmlformats.org/officeDocument/2006/relationships/slide"/><Relationship Id="rId6" Target="slides/slide1.xml" Type="http://schemas.openxmlformats.org/officeDocument/2006/relationships/slide"/><Relationship Id="rId5" Target="notesMasters/notesMaster1.xml" Type="http://schemas.openxmlformats.org/officeDocument/2006/relationships/notesMaster"/><Relationship Id="rId4" Target="slideMasters/slideMaster1.xml" Type="http://schemas.openxmlformats.org/officeDocument/2006/relationships/slideMaster"/><Relationship Id="rId3" Target="presProps.xml" Type="http://schemas.openxmlformats.org/officeDocument/2006/relationships/presProps"/><Relationship Id="rId2" Target="viewProps.xml" Type="http://schemas.openxmlformats.org/officeDocument/2006/relationships/viewProps"/><Relationship Id="rId1" Target="theme/theme1.xml" Type="http://schemas.openxmlformats.org/officeDocument/2006/relationships/theme"/></Relationships>
</file>

<file path=ppt/notesMasters/_rels/notesMaster1.xml.rels><?xml version="1.0" encoding="UTF-8" standalone="yes"?>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type="none" w="sm"/>
            <a:tailEnd len="sm" type="none" w="sm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="t" anchorCtr="0" bIns="91425" lIns="91425" numCol="1" rIns="91425" spcFirstLastPara="1" tIns="91425" wrap="square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folHlink="folHlink" hlink="hlink" tx1="dk1" tx2="lt2"/>
  <p:notesStyle>
    <a:defPPr algn="l" lvl="0" marR="0" rtl="0">
      <a:lnSpc>
        <a:spcPct val="100000"/>
      </a:lnSpc>
      <a:spcBef>
        <a:spcPts val="0"/>
      </a:spcBef>
      <a:spcAft>
        <a:spcPts val="0"/>
      </a:spcAft>
    </a:defPPr>
    <a:lvl1pPr algn="l" lvl="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1pPr>
    <a:lvl2pPr algn="l" lvl="1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2pPr>
    <a:lvl3pPr algn="l" lvl="2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3pPr>
    <a:lvl4pPr algn="l" lvl="3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4pPr>
    <a:lvl5pPr algn="l" lvl="4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5pPr>
    <a:lvl6pPr algn="l" lvl="5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6pPr>
    <a:lvl7pPr algn="l" lvl="6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7pPr>
    <a:lvl8pPr algn="l" lvl="7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8pPr>
    <a:lvl9pPr algn="l" lvl="8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arget="../notesMasters/notesMaster1.xml" Type="http://schemas.openxmlformats.org/officeDocument/2006/relationships/notesMaster"/></Relationships>
</file>

<file path=ppt/notesSlides/_rels/notesSlide2.xml.rels><?xml version="1.0" encoding="UTF-8" standalone="yes"?><Relationships xmlns="http://schemas.openxmlformats.org/package/2006/relationships"><Relationship Id="rId1" Target="../notesMasters/notesMaster1.xml" Type="http://schemas.openxmlformats.org/officeDocument/2006/relationships/notesMaster"/></Relationships>
</file>

<file path=ppt/notesSlides/_rels/notesSlide3.xml.rels><?xml version="1.0" encoding="UTF-8" standalone="yes"?><Relationships xmlns="http://schemas.openxmlformats.org/package/2006/relationships"><Relationship Id="rId1" Target="../notesMasters/notesMaster1.xml" Type="http://schemas.openxmlformats.org/officeDocument/2006/relationships/notesMaster"/></Relationships>
</file>

<file path=ppt/notesSlides/_rels/notesSlide4.xml.rels><?xml version="1.0" encoding="UTF-8" standalone="yes"?><Relationships xmlns="http://schemas.openxmlformats.org/package/2006/relationships"><Relationship Id="rId1" Target="../notesMasters/notesMaster1.xml" Type="http://schemas.openxmlformats.org/officeDocument/2006/relationships/notesMaster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="t" anchorCtr="0" bIns="91425" lIns="91425" numCol="1" rIns="91425" spcFirstLastPara="1" tIns="91425" wrap="square">
            <a:noAutofit/>
          </a:bodyPr>
          <a:lstStyle/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da0defe30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da0defe30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="t" anchorCtr="0" bIns="91425" lIns="91425" numCol="1" rIns="91425" spcFirstLastPara="1" tIns="91425" wrap="square">
            <a:noAutofit/>
          </a:bodyPr>
          <a:lstStyle/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dc34459417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dc34459417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="t" anchorCtr="0" bIns="91425" lIns="91425" numCol="1" rIns="91425" spcFirstLastPara="1" tIns="91425" wrap="square">
            <a:noAutofit/>
          </a:bodyPr>
          <a:lstStyle/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e694f480f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e694f480f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="t" anchorCtr="0" bIns="91425" lIns="91425" numCol="1" rIns="91425" spcFirstLastPara="1" tIns="91425" wrap="square">
            <a:noAutofit/>
          </a:bodyPr>
          <a:lstStyle/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="ctr" anchorCtr="0" bIns="91425" lIns="91425" numCol="1" rIns="91425" spcFirstLastPara="1" tIns="91425" wrap="square">
            <a:noAutofit/>
          </a:bodyPr>
          <a:lstStyle/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="t" anchorCtr="0" bIns="91425" lIns="91425" numCol="1" rIns="91425" spcFirstLastPara="1" tIns="91425" wrap="square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="t" anchorCtr="0" bIns="91425" lIns="91425" numCol="1" rIns="91425" spcFirstLastPara="1" tIns="91425" wrap="square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="ctr" anchorCtr="0" bIns="91425" lIns="91425" numCol="1" rIns="91425" spcFirstLastPara="1" tIns="91425" wrap="square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altLang="en-GB"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="ctr" anchorCtr="0" bIns="91425" lIns="91425" numCol="1" rIns="91425" spcFirstLastPara="1" tIns="91425" wrap="square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="ctr" anchorCtr="0" bIns="91425" lIns="91425" numCol="1" rIns="91425" spcFirstLastPara="1" tIns="91425" wrap="square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altLang="en-GB"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="t" anchorCtr="0" bIns="91425" lIns="91425" numCol="1" rIns="91425" spcFirstLastPara="1" tIns="91425" wrap="square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="t" anchorCtr="0" bIns="91425" lIns="91425" numCol="1" rIns="91425" spcFirstLastPara="1" tIns="91425" wrap="square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="ctr" anchorCtr="0" bIns="91425" lIns="91425" numCol="1" rIns="91425" spcFirstLastPara="1" tIns="91425" wrap="square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altLang="en-GB"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="t" anchorCtr="0" bIns="91425" lIns="91425" numCol="1" rIns="91425" spcFirstLastPara="1" tIns="91425" wrap="square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="t" anchorCtr="0" bIns="91425" lIns="91425" numCol="1" rIns="91425" spcFirstLastPara="1" tIns="91425" wrap="square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="t" anchorCtr="0" bIns="91425" lIns="91425" numCol="1" rIns="91425" spcFirstLastPara="1" tIns="91425" wrap="square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="ctr" anchorCtr="0" bIns="91425" lIns="91425" numCol="1" rIns="91425" spcFirstLastPara="1" tIns="91425" wrap="square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altLang="en-GB"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="t" anchorCtr="0" bIns="91425" lIns="91425" numCol="1" rIns="91425" spcFirstLastPara="1" tIns="91425" wrap="square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="ctr" anchorCtr="0" bIns="91425" lIns="91425" numCol="1" rIns="91425" spcFirstLastPara="1" tIns="91425" wrap="square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altLang="en-GB"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="t" anchorCtr="0" bIns="91425" lIns="91425" numCol="1" rIns="91425" spcFirstLastPara="1" tIns="91425" wrap="square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="t" anchorCtr="0" bIns="91425" lIns="91425" numCol="1" rIns="91425" spcFirstLastPara="1" tIns="91425" wrap="square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="ctr" anchorCtr="0" bIns="91425" lIns="91425" numCol="1" rIns="91425" spcFirstLastPara="1" tIns="91425" wrap="square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altLang="en-GB"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="ctr" anchorCtr="0" bIns="91425" lIns="91425" numCol="1" rIns="91425" spcFirstLastPara="1" tIns="91425" wrap="square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="ctr" anchorCtr="0" bIns="91425" lIns="91425" numCol="1" rIns="91425" spcFirstLastPara="1" tIns="91425" wrap="square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altLang="en-GB"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="t" anchorCtr="0" bIns="91425" lIns="91425" numCol="1" rIns="91425" spcFirstLastPara="1" tIns="91425" wrap="square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="t" anchorCtr="0" bIns="91425" lIns="91425" numCol="1" rIns="91425" spcFirstLastPara="1" tIns="91425" wrap="square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="t" anchorCtr="0" bIns="91425" lIns="91425" numCol="1" rIns="91425" spcFirstLastPara="1" tIns="91425" wrap="square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="ctr" anchorCtr="0" bIns="91425" lIns="91425" numCol="1" rIns="91425" spcFirstLastPara="1" tIns="91425" wrap="square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altLang="en-GB"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="ctr" anchorCtr="0" bIns="91425" lIns="91425" numCol="1" rIns="91425" spcFirstLastPara="1" tIns="91425" wrap="square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="ctr" anchorCtr="0" bIns="91425" lIns="91425" numCol="1" rIns="91425" spcFirstLastPara="1" tIns="91425" wrap="square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altLang="en-GB"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="ctr" anchorCtr="0" bIns="91425" lIns="91425" numCol="1" rIns="91425" spcFirstLastPara="1" tIns="91425" wrap="square">
              <a:noAutofit/>
            </a:bodyPr>
            <a:lstStyle/>
            <a:p>
              <a:pPr algn="l" indent="0" lvl="0" marL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="t" anchorCtr="0" bIns="91425" lIns="91425" numCol="1" rIns="91425" spcFirstLastPara="1" tIns="91425" wrap="square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="t" anchorCtr="0" bIns="91425" lIns="91425" numCol="1" rIns="91425" spcFirstLastPara="1" tIns="91425" wrap="square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="ctr" anchorCtr="0" bIns="91425" lIns="91425" numCol="1" rIns="91425" spcFirstLastPara="1" tIns="91425" wrap="square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altLang="en-GB"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="ctr" anchorCtr="0" bIns="91425" lIns="91425" numCol="1" rIns="91425" spcFirstLastPara="1" tIns="91425" wrap="square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altLang="en-GB"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2" Target="../slideLayouts/slideLayout11.xml" Type="http://schemas.openxmlformats.org/officeDocument/2006/relationships/slideLayout"/><Relationship Id="rId11" Target="../slideLayouts/slideLayout10.xml" Type="http://schemas.openxmlformats.org/officeDocument/2006/relationships/slideLayout"/><Relationship Id="rId9" Target="../slideLayouts/slideLayout8.xml" Type="http://schemas.openxmlformats.org/officeDocument/2006/relationships/slideLayout"/><Relationship Id="rId10" Target="../slideLayouts/slideLayout9.xml" Type="http://schemas.openxmlformats.org/officeDocument/2006/relationships/slideLayout"/><Relationship Id="rId8" Target="../slideLayouts/slideLayout7.xml" Type="http://schemas.openxmlformats.org/officeDocument/2006/relationships/slideLayout"/><Relationship Id="rId7" Target="../slideLayouts/slideLayout6.xml" Type="http://schemas.openxmlformats.org/officeDocument/2006/relationships/slideLayout"/><Relationship Id="rId6" Target="../slideLayouts/slideLayout5.xml" Type="http://schemas.openxmlformats.org/officeDocument/2006/relationships/slideLayout"/><Relationship Id="rId5" Target="../slideLayouts/slideLayout4.xml" Type="http://schemas.openxmlformats.org/officeDocument/2006/relationships/slideLayout"/><Relationship Id="rId4" Target="../slideLayouts/slideLayout3.xml" Type="http://schemas.openxmlformats.org/officeDocument/2006/relationships/slideLayout"/><Relationship Id="rId3" Target="../slideLayouts/slideLayout2.xml" Type="http://schemas.openxmlformats.org/officeDocument/2006/relationships/slideLayout"/><Relationship Id="rId2" Target="../slideLayouts/slideLayout1.xml" Type="http://schemas.openxmlformats.org/officeDocument/2006/relationships/slideLayout"/><Relationship Id="rId1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="t" anchorCtr="0" bIns="91425" lIns="91425" numCol="1" rIns="91425" spcFirstLastPara="1" tIns="91425" wrap="square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="t" anchorCtr="0" bIns="91425" lIns="91425" numCol="1" rIns="91425" spcFirstLastPara="1" tIns="91425" wrap="square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="ctr" anchorCtr="0" bIns="91425" lIns="91425" numCol="1" rIns="91425" spcFirstLastPara="1" tIns="91425" wrap="square">
            <a:normAutofit/>
          </a:bodyPr>
          <a:lstStyle>
            <a:lvl1pPr algn="r" lvl="0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algn="r" lvl="1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algn="r" lvl="2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algn="r" lvl="3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algn="r" lvl="4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algn="r" lvl="5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algn="r" lvl="6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algn="r" lvl="7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algn="r" lvl="8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altLang="en-GB"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folHlink="folHlink" hlink="hlink" tx1="dk1" tx2="lt2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" Target="../notesSlides/notesSlide1.xml" Type="http://schemas.openxmlformats.org/officeDocument/2006/relationships/notesSlide"/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<Relationships xmlns="http://schemas.openxmlformats.org/package/2006/relationships"><Relationship Id="rId5" Target="../media/image5.jpg" Type="http://schemas.openxmlformats.org/officeDocument/2006/relationships/image"/><Relationship Id="rId4" Target="../media/image4.jpg" Type="http://schemas.openxmlformats.org/officeDocument/2006/relationships/image"/><Relationship Id="rId3" Target="../media/image1.jpg" Type="http://schemas.openxmlformats.org/officeDocument/2006/relationships/image"/><Relationship Id="rId2" Target="../notesSlides/notesSlide2.xml" Type="http://schemas.openxmlformats.org/officeDocument/2006/relationships/notesSlide"/><Relationship Id="rId1" Target="../slideLayouts/slideLayout11.xml" Type="http://schemas.openxmlformats.org/officeDocument/2006/relationships/slideLayout"/></Relationships>
</file>

<file path=ppt/slides/_rels/slide3.xml.rels><?xml version="1.0" encoding="UTF-8" standalone="yes"?><Relationships xmlns="http://schemas.openxmlformats.org/package/2006/relationships"><Relationship Id="rId3" Target="../media/image3.jpg" Type="http://schemas.openxmlformats.org/officeDocument/2006/relationships/image"/><Relationship Id="rId2" Target="../notesSlides/notesSlide3.xml" Type="http://schemas.openxmlformats.org/officeDocument/2006/relationships/notesSlide"/><Relationship Id="rId1" Target="../slideLayouts/slideLayout3.xml" Type="http://schemas.openxmlformats.org/officeDocument/2006/relationships/slideLayout"/></Relationships>
</file>

<file path=ppt/slides/_rels/slide4.xml.rels><?xml version="1.0" encoding="UTF-8" standalone="yes"?><Relationships xmlns="http://schemas.openxmlformats.org/package/2006/relationships"><Relationship Id="rId4" Target="../media/image6.jpg" Type="http://schemas.openxmlformats.org/officeDocument/2006/relationships/image"/><Relationship Id="rId3" Target="../media/image2.jpg" Type="http://schemas.openxmlformats.org/officeDocument/2006/relationships/image"/><Relationship Id="rId2" Target="../notesSlides/notesSlide4.xml" Type="http://schemas.openxmlformats.org/officeDocument/2006/relationships/notesSlide"/><Relationship Id="rId1" Target="../slideLayouts/slideLayout5.xml" Type="http://schemas.openxmlformats.org/officeDocument/2006/relationships/slideLayout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="t" anchorCtr="0" bIns="91425" lIns="91425" numCol="1" rIns="91425" spcFirstLastPara="1" tIns="91425" wrap="square">
            <a:normAutofit/>
          </a:bodyPr>
          <a:lstStyle/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altLang="en-GB" lang="en-GB" sz="5300">
                <a:latin typeface="Lobster"/>
                <a:ea typeface="Lobster"/>
                <a:cs typeface="Lobster"/>
                <a:sym typeface="Lobster"/>
              </a:rPr>
              <a:t>On The Seashore</a:t>
            </a:r>
            <a:endParaRPr sz="5300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="t" anchorCtr="0" bIns="91425" lIns="91425" numCol="1" rIns="91425" spcFirstLastPara="1" tIns="91425" wrap="square">
            <a:noAutofit/>
          </a:bodyPr>
          <a:lstStyle/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3"/>
          <p:cNvSpPr/>
          <p:nvPr/>
        </p:nvSpPr>
        <p:spPr>
          <a:xfrm>
            <a:off x="753957" y="3330234"/>
            <a:ext cx="1469700" cy="1469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type="none" w="sm"/>
            <a:tailEnd len="sm" type="none" w="sm"/>
          </a:ln>
        </p:spPr>
        <p:txBody>
          <a:bodyPr anchor="ctr" anchorCtr="0" bIns="91425" lIns="91425" numCol="1" rIns="91425" spcFirstLastPara="1" tIns="91425" wrap="square">
            <a:noAutofit/>
          </a:bodyPr>
          <a:lstStyle/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7" name="Google Shape;137;p13"/>
          <p:cNvSpPr/>
          <p:nvPr/>
        </p:nvSpPr>
        <p:spPr>
          <a:xfrm>
            <a:off x="7170744" y="249974"/>
            <a:ext cx="1469700" cy="1469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type="none" w="sm"/>
            <a:tailEnd len="sm" type="none" w="sm"/>
          </a:ln>
        </p:spPr>
        <p:txBody>
          <a:bodyPr anchor="ctr" anchorCtr="0" bIns="91425" lIns="91425" numCol="1" rIns="91425" spcFirstLastPara="1" tIns="91425" wrap="square">
            <a:noAutofit/>
          </a:bodyPr>
          <a:lstStyle/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8" name="Google Shape;138;p13"/>
          <p:cNvSpPr/>
          <p:nvPr/>
        </p:nvSpPr>
        <p:spPr>
          <a:xfrm>
            <a:off x="3105326" y="1314075"/>
            <a:ext cx="5616600" cy="1469700"/>
          </a:xfrm>
          <a:prstGeom prst="frame">
            <a:avLst>
              <a:gd fmla="val 12500" name="adj1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type="none" w="sm"/>
            <a:tailEnd len="sm" type="none" w="sm"/>
          </a:ln>
        </p:spPr>
        <p:txBody>
          <a:bodyPr anchor="ctr" anchorCtr="0" bIns="91425" lIns="91425" numCol="1" rIns="91425" spcFirstLastPara="1" tIns="91425" wrap="square">
            <a:noAutofit/>
          </a:bodyPr>
          <a:lstStyle/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4"/>
          <p:cNvSpPr txBox="1"/>
          <p:nvPr>
            <p:ph idx="2147483647" type="ctrTitle"/>
          </p:nvPr>
        </p:nvSpPr>
        <p:spPr>
          <a:xfrm>
            <a:off x="712325" y="262200"/>
            <a:ext cx="5017500" cy="1578900"/>
          </a:xfrm>
          <a:prstGeom prst="rect">
            <a:avLst/>
          </a:prstGeom>
        </p:spPr>
        <p:txBody>
          <a:bodyPr anchor="t" anchorCtr="0" bIns="91425" lIns="91425" numCol="1" rIns="91425" spcFirstLastPara="1" tIns="91425" wrap="square">
            <a:normAutofit/>
          </a:bodyPr>
          <a:lstStyle/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altLang="en-GB" lang="en-GB" sz="4400" u="sng">
                <a:latin typeface="Lobster"/>
                <a:ea typeface="Lobster"/>
                <a:cs typeface="Lobster"/>
                <a:sym typeface="Lobster"/>
              </a:rPr>
              <a:t>Introduction</a:t>
            </a:r>
            <a:endParaRPr sz="4400" u="sng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44" name="Google Shape;144;p14"/>
          <p:cNvSpPr txBox="1"/>
          <p:nvPr>
            <p:ph idx="2147483647" type="subTitle"/>
          </p:nvPr>
        </p:nvSpPr>
        <p:spPr>
          <a:xfrm>
            <a:off x="778400" y="1039906"/>
            <a:ext cx="5794800" cy="3574200"/>
          </a:xfrm>
          <a:prstGeom prst="rect">
            <a:avLst/>
          </a:prstGeom>
          <a:solidFill>
            <a:srgbClr val="FF9900"/>
          </a:solidFill>
        </p:spPr>
        <p:txBody>
          <a:bodyPr anchor="t" anchorCtr="0" bIns="91425" lIns="91425" numCol="1" rIns="91425" spcFirstLastPara="1" tIns="91425" wrap="square">
            <a:normAutofit/>
          </a:bodyPr>
          <a:lstStyle/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altLang="en-GB" lang="en-GB" sz="2500">
                <a:latin typeface="Caveat"/>
                <a:ea typeface="Caveat"/>
                <a:cs typeface="Caveat"/>
                <a:sym typeface="Caveat"/>
              </a:rPr>
              <a:t>At the seashore you can play, </a:t>
            </a:r>
            <a:r>
              <a:rPr altLang="en-GB" lang="en-GB" sz="2500">
                <a:latin typeface="Caveat"/>
                <a:ea typeface="Caveat"/>
                <a:cs typeface="Caveat"/>
                <a:sym typeface="Caveat"/>
              </a:rPr>
              <a:t>build</a:t>
            </a:r>
            <a:r>
              <a:rPr altLang="en-GB" lang="en-GB" sz="2500">
                <a:latin typeface="Caveat"/>
                <a:ea typeface="Caveat"/>
                <a:cs typeface="Caveat"/>
                <a:sym typeface="Caveat"/>
              </a:rPr>
              <a:t> a </a:t>
            </a:r>
            <a:r>
              <a:rPr altLang="en-GB" lang="en-GB" sz="2500">
                <a:latin typeface="Caveat"/>
                <a:ea typeface="Caveat"/>
                <a:cs typeface="Caveat"/>
                <a:sym typeface="Caveat"/>
              </a:rPr>
              <a:t>sandcastle</a:t>
            </a:r>
            <a:r>
              <a:rPr altLang="en-GB" lang="en-GB" sz="2500">
                <a:latin typeface="Caveat"/>
                <a:ea typeface="Caveat"/>
                <a:cs typeface="Caveat"/>
                <a:sym typeface="Caveat"/>
              </a:rPr>
              <a:t>, have a picnic and swim in the sea. </a:t>
            </a:r>
            <a:endParaRPr sz="2500">
              <a:latin typeface="Caveat"/>
              <a:ea typeface="Caveat"/>
              <a:cs typeface="Caveat"/>
              <a:sym typeface="Caveat"/>
            </a:endParaRPr>
          </a:p>
          <a:p>
            <a:pPr algn="l" indent="0" lvl="0" marL="0" rtl="0">
              <a:spcBef>
                <a:spcPts val="1200"/>
              </a:spcBef>
              <a:spcAft>
                <a:spcPts val="1200"/>
              </a:spcAft>
              <a:buNone/>
            </a:pPr>
            <a:r>
              <a:rPr altLang="en-GB" lang="en-GB" sz="2500">
                <a:latin typeface="Caveat"/>
                <a:ea typeface="Caveat"/>
                <a:cs typeface="Caveat"/>
                <a:sym typeface="Caveat"/>
              </a:rPr>
              <a:t>You can look in rockpools </a:t>
            </a:r>
            <a:endParaRPr sz="2500"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145" name="Google Shape;145;p14" title="Your Basic Plastic Bucket Sandcastle | Michael Coghlan | Flickr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1850" y="2336850"/>
            <a:ext cx="3703626" cy="280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4" title="File:Aberdour Bay, Rock pool - geograph.org.uk - 825647.jpg ..."/>
          <p:cNvPicPr preferRelativeResize="0"/>
          <p:nvPr/>
        </p:nvPicPr>
        <p:blipFill rotWithShape="1">
          <a:blip r:embed="rId4">
            <a:alphaModFix/>
          </a:blip>
          <a:srcRect b="134680" l="-33890" r="33889" t="-134680"/>
          <a:stretch/>
        </p:blipFill>
        <p:spPr>
          <a:xfrm>
            <a:off x="2855925" y="2398994"/>
            <a:ext cx="3112019" cy="207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4" title="File:Sea.jpg - Wikipedia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8400" y="3359575"/>
            <a:ext cx="2170276" cy="1627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solidFill>
            <a:srgbClr val="FF9900"/>
          </a:solidFill>
        </p:spPr>
        <p:txBody>
          <a:bodyPr anchor="t" anchorCtr="0" bIns="91425" lIns="91425" numCol="1" rIns="91425" spcFirstLastPara="1" tIns="91425" wrap="square">
            <a:normAutofit/>
          </a:bodyPr>
          <a:lstStyle/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altLang="en-GB" lang="en-GB" sz="3500"/>
              <a:t>Human features</a:t>
            </a:r>
            <a:endParaRPr sz="3500"/>
          </a:p>
        </p:txBody>
      </p:sp>
      <p:sp>
        <p:nvSpPr>
          <p:cNvPr id="153" name="Google Shape;153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  <a:solidFill>
            <a:schemeClr val="accent2"/>
          </a:solidFill>
        </p:spPr>
        <p:txBody>
          <a:bodyPr anchor="t" anchorCtr="0" bIns="91425" lIns="91425" numCol="1" rIns="91425" spcFirstLastPara="1" tIns="91425" wrap="square">
            <a:normAutofit/>
          </a:bodyPr>
          <a:lstStyle/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altLang="en-GB" lang="en-GB" sz="2300">
                <a:latin typeface="Arial"/>
                <a:ea typeface="Arial"/>
                <a:cs typeface="Arial"/>
                <a:sym typeface="Arial"/>
              </a:rPr>
              <a:t>Human features are made by humans.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algn="l" indent="0" lvl="0" marL="0" rtl="0">
              <a:spcBef>
                <a:spcPts val="1200"/>
              </a:spcBef>
              <a:spcAft>
                <a:spcPts val="1200"/>
              </a:spcAft>
              <a:buNone/>
            </a:pPr>
            <a:r>
              <a:rPr altLang="en-GB" lang="en-GB" sz="2300">
                <a:latin typeface="Arial"/>
                <a:ea typeface="Arial"/>
                <a:cs typeface="Arial"/>
                <a:sym typeface="Arial"/>
              </a:rPr>
              <a:t>Houses and roads are human features.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p15" title="File:Southend Pier Autumn 2007 - crop.jpg - Wikimedia Common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4650" y="2728050"/>
            <a:ext cx="4213673" cy="2415449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5"/>
          <p:cNvSpPr txBox="1"/>
          <p:nvPr/>
        </p:nvSpPr>
        <p:spPr>
          <a:xfrm>
            <a:off x="5538200" y="3125650"/>
            <a:ext cx="457500" cy="284100"/>
          </a:xfrm>
          <a:prstGeom prst="rect">
            <a:avLst/>
          </a:prstGeom>
          <a:noFill/>
          <a:ln>
            <a:noFill/>
          </a:ln>
        </p:spPr>
        <p:txBody>
          <a:bodyPr anchor="t" anchorCtr="0" bIns="91425" lIns="91425" numCol="1" rIns="91425" spcFirstLastPara="1" tIns="91425" wrap="square">
            <a:noAutofit/>
          </a:bodyPr>
          <a:lstStyle/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6" name="Google Shape;156;p15"/>
          <p:cNvSpPr txBox="1"/>
          <p:nvPr/>
        </p:nvSpPr>
        <p:spPr>
          <a:xfrm>
            <a:off x="5064875" y="2967875"/>
            <a:ext cx="1814400" cy="867900"/>
          </a:xfrm>
          <a:prstGeom prst="rect">
            <a:avLst/>
          </a:prstGeom>
          <a:noFill/>
          <a:ln>
            <a:noFill/>
          </a:ln>
        </p:spPr>
        <p:txBody>
          <a:bodyPr anchor="t" anchorCtr="0" bIns="91425" lIns="91425" numCol="1" rIns="91425" spcFirstLastPara="1" tIns="91425" wrap="square">
            <a:noAutofit/>
          </a:bodyPr>
          <a:lstStyle/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altLang="en-GB" lang="en-GB" sz="3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pier</a:t>
            </a:r>
            <a:endParaRPr sz="3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="t" anchorCtr="0" bIns="91425" lIns="91425" numCol="1" rIns="91425" spcFirstLastPara="1" tIns="91425" wrap="square">
            <a:normAutofit/>
          </a:bodyPr>
          <a:lstStyle/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altLang="en-GB" lang="en-GB" sz="3300" u="sng">
                <a:latin typeface="Lobster"/>
                <a:ea typeface="Lobster"/>
                <a:cs typeface="Lobster"/>
                <a:sym typeface="Lobster"/>
              </a:rPr>
              <a:t>Sea creatures</a:t>
            </a:r>
            <a:endParaRPr sz="3300" u="sng">
              <a:latin typeface="Lobster"/>
              <a:ea typeface="Lobster"/>
              <a:cs typeface="Lobster"/>
              <a:sym typeface="Lobster"/>
            </a:endParaRPr>
          </a:p>
        </p:txBody>
      </p:sp>
      <p:pic>
        <p:nvPicPr>
          <p:cNvPr id="162" name="Google Shape;162;p16" title="Starfish Free Stock Photo - Public Domain Picture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4475" y="2663825"/>
            <a:ext cx="3344299" cy="2479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6" title="Acanthaster brevispinus - Wikipedia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3041" y="393750"/>
            <a:ext cx="3306235" cy="2479676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6"/>
          <p:cNvSpPr txBox="1"/>
          <p:nvPr/>
        </p:nvSpPr>
        <p:spPr>
          <a:xfrm>
            <a:off x="198925" y="1662400"/>
            <a:ext cx="4006800" cy="31401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type="none" w="sm"/>
            <a:tailEnd len="sm" type="none" w="sm"/>
          </a:ln>
        </p:spPr>
        <p:txBody>
          <a:bodyPr anchor="t" anchorCtr="0" bIns="91425" lIns="91425" numCol="1" rIns="91425" spcFirstLastPara="1" tIns="91425" wrap="square">
            <a:noAutofit/>
          </a:bodyPr>
          <a:lstStyle/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altLang="en-GB" lang="en-GB" sz="24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Starfish normally have five arms but some have more. When one of their</a:t>
            </a:r>
            <a:endParaRPr sz="24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altLang="en-GB" lang="en-GB" sz="24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arms fall off they grow back. </a:t>
            </a:r>
            <a:endParaRPr sz="24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altLang="en-GB" lang="en-GB" sz="24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 sz="24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algn="ctr" cap="flat" cmpd="sng" w="9525">
          <a:solidFill>
            <a:schemeClr val="phClr">
              <a:shade val="95000"/>
              <a:satMod val="105000"/>
            </a:schemeClr>
          </a:solidFill>
          <a:prstDash val="solid"/>
        </a:ln>
        <a:ln algn="ctr" cap="flat" cmpd="sng" w="25400">
          <a:solidFill>
            <a:schemeClr val="phClr"/>
          </a:solidFill>
          <a:prstDash val="solid"/>
        </a:ln>
        <a:ln algn="ctr" cap="flat" cmpd="sng"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algn="ctr" cap="flat" cmpd="sng" w="9525">
          <a:solidFill>
            <a:schemeClr val="phClr">
              <a:shade val="95000"/>
              <a:satMod val="105000"/>
            </a:schemeClr>
          </a:solidFill>
          <a:prstDash val="solid"/>
        </a:ln>
        <a:ln algn="ctr" cap="flat" cmpd="sng" w="25400">
          <a:solidFill>
            <a:schemeClr val="phClr"/>
          </a:solidFill>
          <a:prstDash val="solid"/>
        </a:ln>
        <a:ln algn="ctr" cap="flat" cmpd="sng"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</a:theme>
</file>